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1" r:id="rId4"/>
    <p:sldId id="260" r:id="rId5"/>
    <p:sldId id="258" r:id="rId6"/>
    <p:sldId id="259" r:id="rId7"/>
    <p:sldId id="262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7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504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A00F3BB-D389-4306-A083-A51DFF1BAD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B8595A9-9E06-4A6A-A1AB-B409AF94E9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276D674-106D-4E59-B80F-655CF9B199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CFF8A-6314-4360-9E97-B39944049722}" type="datetimeFigureOut">
              <a:rPr lang="ko-KR" altLang="en-US" smtClean="0"/>
              <a:t>2026-02-01(Sun)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C3D321C-9448-4A09-8B07-D4395CA2B6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05D2F5D-C9D5-45F9-AB06-48D7E38365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0F857-A161-413E-B2B0-228723D448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53986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82DD8D-C0B6-4B42-84FE-5B185C789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AEDCA50-4079-4414-80A6-A883CF27B2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76C7B0D-D761-4A26-B352-79CB5DEEE4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CFF8A-6314-4360-9E97-B39944049722}" type="datetimeFigureOut">
              <a:rPr lang="ko-KR" altLang="en-US" smtClean="0"/>
              <a:t>2026-02-01(Sun)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263B01B-FFE7-4F5B-87F9-D24C3C3EFA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032B87E-6018-4DAA-B7AA-E1ED2B53B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0F857-A161-413E-B2B0-228723D448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16651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446BAA-71B3-435E-B2F6-A0D8E90929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4D4D163-3229-41E6-AA47-7461C47D59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03AE469-73C3-4736-BC63-3CFACABC9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CFF8A-6314-4360-9E97-B39944049722}" type="datetimeFigureOut">
              <a:rPr lang="ko-KR" altLang="en-US" smtClean="0"/>
              <a:t>2026-02-01(Sun)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BBC937F-2772-416C-8074-F7D7370277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4DC91CB-423D-48B5-96AF-D96645CBF3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0F857-A161-413E-B2B0-228723D448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42184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5277E5-CA41-4775-A120-344AF81391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F11E1AD-D93B-486C-A4FD-B4E601894A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BAD7E0C-DE84-4E03-AD63-893B0D1BDB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5EEF430-8855-4535-9A09-16EA513D08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CFF8A-6314-4360-9E97-B39944049722}" type="datetimeFigureOut">
              <a:rPr lang="ko-KR" altLang="en-US" smtClean="0"/>
              <a:t>2026-02-01(Sun)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B89DCEB-E97A-4395-B7AD-C63D38C896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739F350-C685-48AF-A8AA-A08D4324F7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0F857-A161-413E-B2B0-228723D448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16506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77683D-75B8-486C-AF8F-F9818472B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A29E0E0-99FC-41FF-8C3B-B2BD8163E5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1E7F341-E8A5-44D3-B93B-4B58069DE4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FF3A7F4-7FD5-42B6-973A-DF9952731B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EE31AF2-1846-4CB0-93D4-9E730DD3673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1EB8C98-2052-48B6-80C3-6D28FF8ED7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CFF8A-6314-4360-9E97-B39944049722}" type="datetimeFigureOut">
              <a:rPr lang="ko-KR" altLang="en-US" smtClean="0"/>
              <a:t>2026-02-01(Sun)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503E6A4-6A86-47CF-832A-2FCE41FE86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456B3F5-8173-4DA7-ADB2-C94C2F0FB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0F857-A161-413E-B2B0-228723D448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71860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74F454-173E-48FF-A24C-462F18AC3E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844407B-3E83-490E-812B-AE4505D296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CFF8A-6314-4360-9E97-B39944049722}" type="datetimeFigureOut">
              <a:rPr lang="ko-KR" altLang="en-US" smtClean="0"/>
              <a:t>2026-02-01(Sun)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9DB369C-378B-48BD-B56E-B9CEF18F8F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F900434-8BE3-4493-AF17-16E1D182A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0F857-A161-413E-B2B0-228723D448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06383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7ABA9DF-455A-4F77-91B4-2E81AB84B3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CFF8A-6314-4360-9E97-B39944049722}" type="datetimeFigureOut">
              <a:rPr lang="ko-KR" altLang="en-US" smtClean="0"/>
              <a:t>2026-02-01(Sun)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0E11C5A-A3D8-433D-8CC8-3098AA463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5124F63-C063-4C42-A35E-902A72D23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0F857-A161-413E-B2B0-228723D448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26651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07909B7-E768-407D-BCB1-D6BC10A599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A5C9BBE-FCE9-4535-86CA-B5473B8743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0A7B303-1888-4F83-9552-04C03C0C5B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AC626B7-EB39-43D7-8C58-6DB77BFC00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CFF8A-6314-4360-9E97-B39944049722}" type="datetimeFigureOut">
              <a:rPr lang="ko-KR" altLang="en-US" smtClean="0"/>
              <a:t>2026-02-01(Sun)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45C436F-0409-4C8B-9CE1-90CAE819C4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936BB9F-EB8B-4BBA-A79E-8183E07AE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0F857-A161-413E-B2B0-228723D448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54740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952881-4FB5-426A-BD70-22FC60575B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F66F843A-A1D4-4CA9-B9AE-ED734CB4EF8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04304CE-F36A-49D4-BBCE-40936294A5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7AD8196-1FC9-48FD-B216-7F018B345D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CFF8A-6314-4360-9E97-B39944049722}" type="datetimeFigureOut">
              <a:rPr lang="ko-KR" altLang="en-US" smtClean="0"/>
              <a:t>2026-02-01(Sun)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A8AF09A-161E-4748-B10A-9A146E1858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1C8B89A-C150-488E-AC78-D5AA18C0B8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0F857-A161-413E-B2B0-228723D448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85936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33775BB-E580-4D13-8997-BADE15FE77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2ED1E04-A7B0-4E9B-B765-981284182D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41FFBCB-59CD-4F07-95BF-6CFE65200B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CFF8A-6314-4360-9E97-B39944049722}" type="datetimeFigureOut">
              <a:rPr lang="ko-KR" altLang="en-US" smtClean="0"/>
              <a:t>2026-02-01(Sun)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BAA8BAE-206D-458C-AA49-358072FDD0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6E3BB1C-4C5D-4706-AC58-8F4BAB178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0F857-A161-413E-B2B0-228723D448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321532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78395FF-9D35-4235-8153-D56B2E80C4F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E5EB8C7-27F1-4683-AC3E-C79022945D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E77C85B-4799-420E-864B-3EAF1E1F1A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CFF8A-6314-4360-9E97-B39944049722}" type="datetimeFigureOut">
              <a:rPr lang="ko-KR" altLang="en-US" smtClean="0"/>
              <a:t>2026-02-01(Sun)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17FB52C-213A-4AFD-B57F-60877B99D0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AE24D0A-1C7B-43F4-8811-8C4B13A408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0F857-A161-413E-B2B0-228723D448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81203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C5A7BA1-F631-4695-90FA-A3B22FD71A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4CBBC9A-CB1A-4F9A-A209-95E3DC56EB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E7F8D1-1B63-4E18-B11F-5A0F107AE4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6CFF8A-6314-4360-9E97-B39944049722}" type="datetimeFigureOut">
              <a:rPr lang="ko-KR" altLang="en-US" smtClean="0"/>
              <a:t>2026-02-01(Sun)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44AACF7-791B-41FC-8ED3-4B1A93A6C2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745485B-8371-4CF0-9498-B7BF9ABFFE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40F857-A161-413E-B2B0-228723D448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92585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DF10F1E6-B447-4609-8446-E4C04225B8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9004" y="1211416"/>
            <a:ext cx="9533992" cy="443516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EC11B23-4893-4538-9429-8BFD6ADAD59C}"/>
              </a:ext>
            </a:extLst>
          </p:cNvPr>
          <p:cNvSpPr txBox="1"/>
          <p:nvPr/>
        </p:nvSpPr>
        <p:spPr>
          <a:xfrm>
            <a:off x="-56796" y="6025953"/>
            <a:ext cx="122487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 err="1"/>
              <a:t>Proxmox</a:t>
            </a:r>
            <a:r>
              <a:rPr lang="en-US" altLang="ko-KR" dirty="0"/>
              <a:t> </a:t>
            </a:r>
            <a:r>
              <a:rPr lang="ko-KR" altLang="en-US" dirty="0"/>
              <a:t>운영</a:t>
            </a:r>
          </a:p>
        </p:txBody>
      </p:sp>
    </p:spTree>
    <p:extLst>
      <p:ext uri="{BB962C8B-B14F-4D97-AF65-F5344CB8AC3E}">
        <p14:creationId xmlns:p14="http://schemas.microsoft.com/office/powerpoint/2010/main" val="27221968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ACEC95EC-F86F-4B12-BBA9-A1DB96DA63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28591"/>
            <a:ext cx="12192000" cy="260081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1CAF7DC-49B5-4D02-AC6E-86E071C84CA0}"/>
              </a:ext>
            </a:extLst>
          </p:cNvPr>
          <p:cNvSpPr txBox="1"/>
          <p:nvPr/>
        </p:nvSpPr>
        <p:spPr>
          <a:xfrm>
            <a:off x="-56796" y="6025953"/>
            <a:ext cx="122487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Docker </a:t>
            </a:r>
            <a:r>
              <a:rPr lang="ko-KR" altLang="en-US" dirty="0"/>
              <a:t>운영</a:t>
            </a:r>
          </a:p>
        </p:txBody>
      </p:sp>
    </p:spTree>
    <p:extLst>
      <p:ext uri="{BB962C8B-B14F-4D97-AF65-F5344CB8AC3E}">
        <p14:creationId xmlns:p14="http://schemas.microsoft.com/office/powerpoint/2010/main" val="7863520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0DEDF28-BD31-4D3B-AA19-06D05108EB18}"/>
              </a:ext>
            </a:extLst>
          </p:cNvPr>
          <p:cNvSpPr txBox="1"/>
          <p:nvPr/>
        </p:nvSpPr>
        <p:spPr>
          <a:xfrm>
            <a:off x="-56796" y="6025953"/>
            <a:ext cx="122487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 err="1"/>
              <a:t>쿠버네티스</a:t>
            </a:r>
            <a:r>
              <a:rPr lang="en-US" altLang="ko-KR" dirty="0"/>
              <a:t>(</a:t>
            </a:r>
            <a:r>
              <a:rPr lang="ko-KR" altLang="en-US" dirty="0"/>
              <a:t>웹 서비스 배포</a:t>
            </a:r>
            <a:r>
              <a:rPr lang="en-US" altLang="ko-KR" dirty="0"/>
              <a:t>)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8D24D8D-0BBF-4BAF-9BB0-A7B43DA7D2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4134" y="884384"/>
            <a:ext cx="7943732" cy="5089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66974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0DEDF28-BD31-4D3B-AA19-06D05108EB18}"/>
              </a:ext>
            </a:extLst>
          </p:cNvPr>
          <p:cNvSpPr txBox="1"/>
          <p:nvPr/>
        </p:nvSpPr>
        <p:spPr>
          <a:xfrm>
            <a:off x="-56796" y="6025953"/>
            <a:ext cx="122487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Argo cd(</a:t>
            </a:r>
            <a:r>
              <a:rPr lang="ko-KR" altLang="en-US" dirty="0" err="1"/>
              <a:t>쿠버네티스</a:t>
            </a:r>
            <a:r>
              <a:rPr lang="ko-KR" altLang="en-US" dirty="0"/>
              <a:t> 배포 자동화</a:t>
            </a:r>
            <a:r>
              <a:rPr lang="en-US" altLang="ko-KR" dirty="0"/>
              <a:t>)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4A7967F6-3BDF-4955-ABB0-84DFD9305B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4683" y="892686"/>
            <a:ext cx="9522634" cy="5072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22265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DD6348CC-A817-4EE7-BF02-5680328028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8415" y="1064209"/>
            <a:ext cx="8875170" cy="472958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0DEDF28-BD31-4D3B-AA19-06D05108EB18}"/>
              </a:ext>
            </a:extLst>
          </p:cNvPr>
          <p:cNvSpPr txBox="1"/>
          <p:nvPr/>
        </p:nvSpPr>
        <p:spPr>
          <a:xfrm>
            <a:off x="-56796" y="6025953"/>
            <a:ext cx="122487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Harbor(docker</a:t>
            </a:r>
            <a:r>
              <a:rPr lang="ko-KR" altLang="en-US" dirty="0"/>
              <a:t> 사설 </a:t>
            </a:r>
            <a:r>
              <a:rPr lang="ko-KR" altLang="en-US" dirty="0" err="1"/>
              <a:t>레포지토리</a:t>
            </a:r>
            <a:r>
              <a:rPr lang="en-US" altLang="ko-KR" dirty="0"/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766175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0DEDF28-BD31-4D3B-AA19-06D05108EB18}"/>
              </a:ext>
            </a:extLst>
          </p:cNvPr>
          <p:cNvSpPr txBox="1"/>
          <p:nvPr/>
        </p:nvSpPr>
        <p:spPr>
          <a:xfrm>
            <a:off x="-56796" y="6025953"/>
            <a:ext cx="122487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Argo cd(</a:t>
            </a:r>
            <a:r>
              <a:rPr lang="ko-KR" altLang="en-US" dirty="0" err="1"/>
              <a:t>쿠버네티스</a:t>
            </a:r>
            <a:r>
              <a:rPr lang="ko-KR" altLang="en-US" dirty="0"/>
              <a:t> 배포 자동화</a:t>
            </a:r>
            <a:r>
              <a:rPr lang="en-US" altLang="ko-KR" dirty="0"/>
              <a:t>)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4A7967F6-3BDF-4955-ABB0-84DFD9305B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4683" y="892686"/>
            <a:ext cx="9522634" cy="5072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01821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0DEDF28-BD31-4D3B-AA19-06D05108EB18}"/>
              </a:ext>
            </a:extLst>
          </p:cNvPr>
          <p:cNvSpPr txBox="1"/>
          <p:nvPr/>
        </p:nvSpPr>
        <p:spPr>
          <a:xfrm>
            <a:off x="-56796" y="6025953"/>
            <a:ext cx="122487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방화벽 설정</a:t>
            </a:r>
            <a:r>
              <a:rPr lang="en-US" altLang="ko-KR" dirty="0"/>
              <a:t>(OPN sense)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D2F4DDB-C7FB-409E-8B45-5518DEA113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5414" y="934297"/>
            <a:ext cx="9761172" cy="4989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26789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36</Words>
  <Application>Microsoft Office PowerPoint</Application>
  <PresentationFormat>와이드스크린</PresentationFormat>
  <Paragraphs>7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0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a</dc:creator>
  <cp:lastModifiedBy>a</cp:lastModifiedBy>
  <cp:revision>8</cp:revision>
  <dcterms:created xsi:type="dcterms:W3CDTF">2026-02-01T05:38:31Z</dcterms:created>
  <dcterms:modified xsi:type="dcterms:W3CDTF">2026-02-01T06:06:40Z</dcterms:modified>
</cp:coreProperties>
</file>